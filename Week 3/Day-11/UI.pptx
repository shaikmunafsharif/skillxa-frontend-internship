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32E69-28F1-2650-4A09-931E999E4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50D44-13FD-B6D7-EB17-020C1A5C8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D3165-164E-56E2-3B43-C1E9194C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854AC-9F7B-3C8B-B420-BDD83E22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4E200-E0DE-A5DE-BCBB-227E5479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72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561A-3211-1D1F-6D4E-167224800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4023-A487-F8A8-B2A9-F872ACD6E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72D6F-C6E1-733D-F323-19C8B78A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2F5A1-77A9-7842-C8BD-F24A2603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21B15-8437-9576-44D9-C90808D9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15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494E-D6F6-B776-19D1-29725841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E85F5-7298-C8C7-7CEC-79D4B524C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422C9-250F-BBB3-39B6-650180FEB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58B48-19ED-8971-4B6E-F697C0F7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9AC9C-1AB8-22C3-5CE7-0A3FF70A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5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9E24-EF4E-AFB5-781A-2042A11B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22DCA-C6B2-E101-DB81-505441703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AF58B-F3D5-692A-D6D6-982266ACE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03E96-647B-7767-A001-4DAAEA92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2D0BF-1B84-6C64-C87C-69A3F95F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C1D12-F205-7C11-3A15-DCEC825A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41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5702-43A5-A4FA-F7BA-56E83DB1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AEBA3-3717-21C3-39CB-FD87F03DC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7DF79-DCDA-A614-BB21-1240D9BC5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F518F3-96B5-20BC-BAF5-312359600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A05ED-5A2F-BFC9-E6DB-5EC4FB862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B3107-3930-0A36-4DB5-8C09DE81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5246B-434D-A662-27A3-2F0D0DA8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C9B39-41AD-19B8-4D75-72CD1164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13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E6C1-1C27-75FF-B712-DE158A09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2795E-31BB-6641-3BB2-234D84F4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08B63-D803-6A14-6193-B898A3F67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DBF1-553C-6319-7900-14A54FCC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77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AA491B-363F-8674-C3EA-59C764284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AE40E-812E-5CF2-4403-C7A03138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B6602-D827-80B4-F7D6-4133BC377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64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08587-ECE3-7150-2A11-A44FACC1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20002-CDC3-0521-6E0A-4C0F8FFE6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0556D-310A-7D00-39C6-05AC9CFBA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B3A42-9C02-8AA8-A048-C1CDCBE3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C4253-F364-0B61-B29C-B29FC4E1A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89731-3E6D-D75D-1995-14AEB849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43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64B5-21F4-6C04-CC86-21EED4F8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029609-740A-78CD-72C1-C37C791A1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87407-2AE9-94CB-ABDC-281302534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E1944-9108-6FE2-5849-912DE2BBB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C53B4-F3D9-B105-3DF0-19F0F2CB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CEFAB-6E2D-BF8C-30C5-9E5A5F8F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43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8F1C-E1BB-6E36-DC92-3AADD2AD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89A03-57D7-4685-81EF-7C5BCC2F6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0268A-4DEB-7EE9-E2F1-CF2413E9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8CE54-2681-F169-7321-568F7E54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073E9-EE5D-6C73-AE63-F1331EB0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452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57812-1FDC-EF47-6DDB-87BC81FC1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FA1BD-2E03-7605-45E2-E83338AB5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B3BEA-C8F7-B1F1-2119-0FB58540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A511E-1EF1-8A02-2A2B-75159D1C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D4609-8709-A977-1B6F-9D56EBFA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737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464C86-733C-8C23-0C8A-8D843651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1E3EA-1907-2541-16D9-E55FB826D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E989C-9F8B-2E20-3302-11D9D2842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2F3E7-754A-4781-87B5-16DCFD213998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ACF3-60C9-45A3-3627-17A2896D7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AE4B6-27F2-C9DF-AC08-4D2C55A07B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B189C-5708-41B6-95A6-14C6C2E03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35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EFA5-2A4B-4F72-3DE6-EDC4F2EB25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– Design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4EE1D-E9CF-531A-E323-67EEB39966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Mood Board + Design Critique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&amp; UI/UX Internship Task</a:t>
            </a:r>
          </a:p>
        </p:txBody>
      </p:sp>
    </p:spTree>
    <p:extLst>
      <p:ext uri="{BB962C8B-B14F-4D97-AF65-F5344CB8AC3E}">
        <p14:creationId xmlns:p14="http://schemas.microsoft.com/office/powerpoint/2010/main" val="429118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E21F-D6A8-D9C9-EAD0-AB599C71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– 1 Mood Board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0FECFA-7E3D-D81F-4A4A-7C13EA66F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924" y="1482853"/>
            <a:ext cx="5257800" cy="253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836A70-A4DE-6129-F9FD-D96712F20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78" y="4120619"/>
            <a:ext cx="5257800" cy="250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1069C86-B0F6-2B02-64ED-9BAD40047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1276" y="1482853"/>
            <a:ext cx="5257800" cy="2539898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E1B1E6B-C510-CB6D-18E5-CC9CC7650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924" y="4120619"/>
            <a:ext cx="5257798" cy="250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88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58E7-0835-2B8F-A622-DA193A25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2 - Design Critique (YouTube)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3F476-4145-3F8D-CCF3-F80EB7C75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UI Points: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Clean and simple navigation bar.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Easy video search functionality. Proper spacing between content cards.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Dark mode improves user experience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UI Points: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 homepage feels crowded with recommendations.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Too many ads can distract users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Improvements: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Reduce ad clutter for a cleaner experience.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Improve category organization.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Add more customization options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87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0BDA-A5C7-83D2-A170-442DFAF1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F192-1153-29D6-A2A4-6C1CC3F88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task helped in understanding the importance of UI/UX principles.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360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UI/UX – Design Principles</vt:lpstr>
      <vt:lpstr>Task – 1 Mood Board</vt:lpstr>
      <vt:lpstr>Task 2 - Design Critique (YouTube)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Munaf Sharif Shaik</dc:creator>
  <cp:lastModifiedBy>Munaf Sharif Shaik</cp:lastModifiedBy>
  <cp:revision>1</cp:revision>
  <dcterms:created xsi:type="dcterms:W3CDTF">2026-05-06T10:50:28Z</dcterms:created>
  <dcterms:modified xsi:type="dcterms:W3CDTF">2026-05-06T10:50:39Z</dcterms:modified>
</cp:coreProperties>
</file>